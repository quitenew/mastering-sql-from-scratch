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B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23" autoAdjust="0"/>
  </p:normalViewPr>
  <p:slideViewPr>
    <p:cSldViewPr>
      <p:cViewPr varScale="1">
        <p:scale>
          <a:sx n="45" d="100"/>
          <a:sy n="45" d="100"/>
        </p:scale>
        <p:origin x="750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923A7B-9F38-1AAF-B6F3-6AB340678989}"/>
              </a:ext>
            </a:extLst>
          </p:cNvPr>
          <p:cNvSpPr/>
          <p:nvPr/>
        </p:nvSpPr>
        <p:spPr>
          <a:xfrm>
            <a:off x="984250" y="2987675"/>
            <a:ext cx="8534400" cy="7010400"/>
          </a:xfrm>
          <a:prstGeom prst="roundRect">
            <a:avLst>
              <a:gd name="adj" fmla="val 3454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9350"/>
            <a:chOff x="0" y="0"/>
            <a:chExt cx="20104100" cy="11277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2770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84788" y="6599318"/>
              <a:ext cx="204501" cy="5827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906081" y="4331322"/>
              <a:ext cx="0" cy="409575"/>
            </a:xfrm>
            <a:custGeom>
              <a:avLst/>
              <a:gdLst/>
              <a:ahLst/>
              <a:cxnLst/>
              <a:rect l="l" t="t" r="r" b="b"/>
              <a:pathLst>
                <a:path h="409575">
                  <a:moveTo>
                    <a:pt x="0" y="409498"/>
                  </a:moveTo>
                  <a:lnTo>
                    <a:pt x="0" y="0"/>
                  </a:lnTo>
                </a:path>
              </a:pathLst>
            </a:custGeom>
            <a:ln w="23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078031" y="4504572"/>
              <a:ext cx="0" cy="756285"/>
            </a:xfrm>
            <a:custGeom>
              <a:avLst/>
              <a:gdLst/>
              <a:ahLst/>
              <a:cxnLst/>
              <a:rect l="l" t="t" r="r" b="b"/>
              <a:pathLst>
                <a:path h="756285">
                  <a:moveTo>
                    <a:pt x="0" y="755998"/>
                  </a:moveTo>
                  <a:lnTo>
                    <a:pt x="0" y="0"/>
                  </a:lnTo>
                </a:path>
              </a:pathLst>
            </a:custGeom>
            <a:ln w="707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011603" y="3276075"/>
              <a:ext cx="2988945" cy="0"/>
            </a:xfrm>
            <a:custGeom>
              <a:avLst/>
              <a:gdLst/>
              <a:ahLst/>
              <a:cxnLst/>
              <a:rect l="l" t="t" r="r" b="b"/>
              <a:pathLst>
                <a:path w="2988944">
                  <a:moveTo>
                    <a:pt x="0" y="0"/>
                  </a:moveTo>
                  <a:lnTo>
                    <a:pt x="2988863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519229" y="2952318"/>
            <a:ext cx="15938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solidFill>
                  <a:srgbClr val="666767"/>
                </a:solidFill>
                <a:latin typeface="Arial"/>
                <a:cs typeface="Arial"/>
              </a:rPr>
              <a:t>•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93877" y="3306692"/>
            <a:ext cx="429895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2410" algn="l"/>
                <a:tab pos="1154430" algn="l"/>
                <a:tab pos="2238375" algn="l"/>
                <a:tab pos="2673350" algn="l"/>
                <a:tab pos="3260090" algn="l"/>
                <a:tab pos="4041140" algn="l"/>
              </a:tabLst>
            </a:pPr>
            <a:r>
              <a:rPr sz="1000" spc="-50" dirty="0">
                <a:solidFill>
                  <a:srgbClr val="666767"/>
                </a:solidFill>
                <a:latin typeface="Times New Roman"/>
                <a:cs typeface="Times New Roman"/>
              </a:rPr>
              <a:t>g</a:t>
            </a:r>
            <a:r>
              <a:rPr sz="1000" dirty="0">
                <a:solidFill>
                  <a:srgbClr val="666767"/>
                </a:solidFill>
                <a:latin typeface="Times New Roman"/>
                <a:cs typeface="Times New Roman"/>
              </a:rPr>
              <a:t>	Table</a:t>
            </a:r>
            <a:r>
              <a:rPr sz="1000" spc="-60" dirty="0">
                <a:solidFill>
                  <a:srgbClr val="666767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4F4F4F"/>
                </a:solidFill>
                <a:latin typeface="Times New Roman"/>
                <a:cs typeface="Times New Roman"/>
              </a:rPr>
              <a:t>Designer</a:t>
            </a:r>
            <a:r>
              <a:rPr sz="1000" dirty="0">
                <a:solidFill>
                  <a:srgbClr val="4F4F4F"/>
                </a:solidFill>
                <a:latin typeface="Times New Roman"/>
                <a:cs typeface="Times New Roman"/>
              </a:rPr>
              <a:t>	Database</a:t>
            </a:r>
            <a:r>
              <a:rPr sz="1000" spc="-70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000" spc="-10" dirty="0">
                <a:solidFill>
                  <a:srgbClr val="666767"/>
                </a:solidFill>
                <a:latin typeface="Times New Roman"/>
                <a:cs typeface="Times New Roman"/>
              </a:rPr>
              <a:t>Oiagcram</a:t>
            </a:r>
            <a:r>
              <a:rPr sz="1000" dirty="0">
                <a:solidFill>
                  <a:srgbClr val="666767"/>
                </a:solidFill>
                <a:latin typeface="Times New Roman"/>
                <a:cs typeface="Times New Roman"/>
              </a:rPr>
              <a:t>	</a:t>
            </a:r>
            <a:r>
              <a:rPr sz="1000" spc="-20" dirty="0">
                <a:solidFill>
                  <a:srgbClr val="666767"/>
                </a:solidFill>
                <a:latin typeface="Times New Roman"/>
                <a:cs typeface="Times New Roman"/>
              </a:rPr>
              <a:t>Took</a:t>
            </a:r>
            <a:r>
              <a:rPr sz="1000" dirty="0">
                <a:solidFill>
                  <a:srgbClr val="666767"/>
                </a:solidFill>
                <a:latin typeface="Times New Roman"/>
                <a:cs typeface="Times New Roman"/>
              </a:rPr>
              <a:t>	</a:t>
            </a:r>
            <a:r>
              <a:rPr sz="1000" b="1" spc="-10" dirty="0">
                <a:solidFill>
                  <a:srgbClr val="666767"/>
                </a:solidFill>
                <a:latin typeface="Times New Roman"/>
                <a:cs typeface="Times New Roman"/>
              </a:rPr>
              <a:t>Window</a:t>
            </a:r>
            <a:r>
              <a:rPr sz="1000" b="1" dirty="0">
                <a:solidFill>
                  <a:srgbClr val="666767"/>
                </a:solidFill>
                <a:latin typeface="Times New Roman"/>
                <a:cs typeface="Times New Roman"/>
              </a:rPr>
              <a:t>	</a:t>
            </a:r>
            <a:r>
              <a:rPr sz="1000" spc="-10" dirty="0">
                <a:solidFill>
                  <a:srgbClr val="666767"/>
                </a:solidFill>
                <a:latin typeface="Times New Roman"/>
                <a:cs typeface="Times New Roman"/>
              </a:rPr>
              <a:t>Community</a:t>
            </a:r>
            <a:r>
              <a:rPr sz="1000" dirty="0">
                <a:solidFill>
                  <a:srgbClr val="666767"/>
                </a:solidFill>
                <a:latin typeface="Times New Roman"/>
                <a:cs typeface="Times New Roman"/>
              </a:rPr>
              <a:t>	</a:t>
            </a:r>
            <a:r>
              <a:rPr sz="1000" spc="-20" dirty="0">
                <a:solidFill>
                  <a:srgbClr val="4F4F4F"/>
                </a:solidFill>
                <a:latin typeface="Times New Roman"/>
                <a:cs typeface="Times New Roman"/>
              </a:rPr>
              <a:t>Help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667176" y="3715605"/>
            <a:ext cx="1805305" cy="322580"/>
            <a:chOff x="10667176" y="3715605"/>
            <a:chExt cx="1805305" cy="322580"/>
          </a:xfrm>
        </p:grpSpPr>
        <p:sp>
          <p:nvSpPr>
            <p:cNvPr id="12" name="object 12"/>
            <p:cNvSpPr/>
            <p:nvPr/>
          </p:nvSpPr>
          <p:spPr>
            <a:xfrm>
              <a:off x="10667174" y="3715606"/>
              <a:ext cx="1581150" cy="322580"/>
            </a:xfrm>
            <a:custGeom>
              <a:avLst/>
              <a:gdLst/>
              <a:ahLst/>
              <a:cxnLst/>
              <a:rect l="l" t="t" r="r" b="b"/>
              <a:pathLst>
                <a:path w="1581150" h="322579">
                  <a:moveTo>
                    <a:pt x="23596" y="0"/>
                  </a:moveTo>
                  <a:lnTo>
                    <a:pt x="0" y="0"/>
                  </a:lnTo>
                  <a:lnTo>
                    <a:pt x="0" y="322313"/>
                  </a:lnTo>
                  <a:lnTo>
                    <a:pt x="23596" y="322313"/>
                  </a:lnTo>
                  <a:lnTo>
                    <a:pt x="23596" y="0"/>
                  </a:lnTo>
                  <a:close/>
                </a:path>
                <a:path w="1581150" h="322579">
                  <a:moveTo>
                    <a:pt x="1580946" y="0"/>
                  </a:moveTo>
                  <a:lnTo>
                    <a:pt x="1557350" y="0"/>
                  </a:lnTo>
                  <a:lnTo>
                    <a:pt x="1557350" y="322313"/>
                  </a:lnTo>
                  <a:lnTo>
                    <a:pt x="1580946" y="322313"/>
                  </a:lnTo>
                  <a:lnTo>
                    <a:pt x="158094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224531" y="3961198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>
                  <a:moveTo>
                    <a:pt x="0" y="0"/>
                  </a:moveTo>
                  <a:lnTo>
                    <a:pt x="243568" y="0"/>
                  </a:lnTo>
                </a:path>
              </a:pathLst>
            </a:custGeom>
            <a:ln w="7874">
              <a:solidFill>
                <a:srgbClr val="79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576438" y="3499627"/>
            <a:ext cx="1764664" cy="521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ts val="1845"/>
              </a:lnSpc>
              <a:spcBef>
                <a:spcPts val="135"/>
              </a:spcBef>
            </a:pPr>
            <a:r>
              <a:rPr sz="1700" spc="60" dirty="0">
                <a:solidFill>
                  <a:srgbClr val="8A8A8A"/>
                </a:solidFill>
                <a:latin typeface="Times New Roman"/>
                <a:cs typeface="Times New Roman"/>
              </a:rPr>
              <a:t>l:l</a:t>
            </a:r>
            <a:r>
              <a:rPr sz="1700" spc="60" dirty="0">
                <a:solidFill>
                  <a:srgbClr val="959EA5"/>
                </a:solidFill>
                <a:latin typeface="Times New Roman"/>
                <a:cs typeface="Times New Roman"/>
              </a:rPr>
              <a:t>l</a:t>
            </a:r>
            <a:r>
              <a:rPr sz="1700" spc="60" dirty="0">
                <a:solidFill>
                  <a:srgbClr val="838062"/>
                </a:solidFill>
                <a:latin typeface="Times New Roman"/>
                <a:cs typeface="Times New Roman"/>
              </a:rPr>
              <a:t>123</a:t>
            </a:r>
            <a:r>
              <a:rPr sz="1700" spc="50" dirty="0">
                <a:solidFill>
                  <a:srgbClr val="838062"/>
                </a:solidFill>
                <a:latin typeface="Times New Roman"/>
                <a:cs typeface="Times New Roman"/>
              </a:rPr>
              <a:t> </a:t>
            </a:r>
            <a:r>
              <a:rPr sz="1700" spc="60" dirty="0">
                <a:solidFill>
                  <a:srgbClr val="797979"/>
                </a:solidFill>
                <a:latin typeface="Times New Roman"/>
                <a:cs typeface="Times New Roman"/>
              </a:rPr>
              <a:t>e:t1Qs</a:t>
            </a:r>
            <a:endParaRPr sz="1700">
              <a:latin typeface="Times New Roman"/>
              <a:cs typeface="Times New Roman"/>
            </a:endParaRPr>
          </a:p>
          <a:p>
            <a:pPr marL="90170">
              <a:lnSpc>
                <a:spcPts val="2025"/>
              </a:lnSpc>
              <a:tabLst>
                <a:tab pos="1353820" algn="l"/>
                <a:tab pos="1647825" algn="l"/>
              </a:tabLst>
            </a:pPr>
            <a:r>
              <a:rPr sz="1850" spc="10" dirty="0">
                <a:solidFill>
                  <a:srgbClr val="AEAEAE"/>
                </a:solidFill>
                <a:latin typeface="Arial"/>
                <a:cs typeface="Arial"/>
              </a:rPr>
              <a:t>I</a:t>
            </a:r>
            <a:r>
              <a:rPr sz="1000" spc="10" dirty="0">
                <a:solidFill>
                  <a:srgbClr val="797979"/>
                </a:solidFill>
                <a:latin typeface="Times New Roman"/>
                <a:cs typeface="Times New Roman"/>
              </a:rPr>
              <a:t>TableView</a:t>
            </a:r>
            <a:r>
              <a:rPr sz="1000" spc="10" dirty="0">
                <a:solidFill>
                  <a:srgbClr val="4F4F4F"/>
                </a:solidFill>
                <a:latin typeface="Times New Roman"/>
                <a:cs typeface="Times New Roman"/>
              </a:rPr>
              <a:t>•</a:t>
            </a:r>
            <a:r>
              <a:rPr sz="1000" spc="175" dirty="0">
                <a:solidFill>
                  <a:srgbClr val="4F4F4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797979"/>
                </a:solidFill>
                <a:latin typeface="Arial"/>
                <a:cs typeface="Arial"/>
              </a:rPr>
              <a:t>1,</a:t>
            </a:r>
            <a:r>
              <a:rPr sz="975" spc="15" baseline="-17094" dirty="0">
                <a:solidFill>
                  <a:srgbClr val="797979"/>
                </a:solidFill>
                <a:latin typeface="Arial"/>
                <a:cs typeface="Arial"/>
              </a:rPr>
              <a:t>8</a:t>
            </a:r>
            <a:r>
              <a:rPr sz="975" spc="419" baseline="-17094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1850" u="sng" spc="-50" dirty="0">
                <a:solidFill>
                  <a:srgbClr val="666767"/>
                </a:solidFill>
                <a:uFill>
                  <a:solidFill>
                    <a:srgbClr val="797979"/>
                  </a:solidFill>
                </a:uFill>
                <a:latin typeface="Arial"/>
                <a:cs typeface="Arial"/>
              </a:rPr>
              <a:t>I</a:t>
            </a:r>
            <a:r>
              <a:rPr sz="1850" u="sng" dirty="0">
                <a:solidFill>
                  <a:srgbClr val="666767"/>
                </a:solidFill>
                <a:uFill>
                  <a:solidFill>
                    <a:srgbClr val="797979"/>
                  </a:solidFill>
                </a:uFill>
                <a:latin typeface="Arial"/>
                <a:cs typeface="Arial"/>
              </a:rPr>
              <a:t>	</a:t>
            </a:r>
            <a:r>
              <a:rPr sz="1850" dirty="0">
                <a:solidFill>
                  <a:srgbClr val="666767"/>
                </a:solidFill>
                <a:latin typeface="Arial"/>
                <a:cs typeface="Arial"/>
              </a:rPr>
              <a:t>	</a:t>
            </a:r>
            <a:r>
              <a:rPr sz="1850" spc="45" dirty="0">
                <a:solidFill>
                  <a:srgbClr val="AEAEAE"/>
                </a:solidFill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06099" y="3779188"/>
            <a:ext cx="85407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u="sng" spc="-204" dirty="0">
                <a:solidFill>
                  <a:srgbClr val="8A8A8A"/>
                </a:solidFill>
                <a:uFill>
                  <a:solidFill>
                    <a:srgbClr val="797979"/>
                  </a:solidFill>
                </a:uFill>
                <a:latin typeface="Times New Roman"/>
                <a:cs typeface="Times New Roman"/>
              </a:rPr>
              <a:t>12:g</a:t>
            </a:r>
            <a:r>
              <a:rPr sz="1250" u="sng" spc="125" dirty="0">
                <a:solidFill>
                  <a:srgbClr val="8A8A8A"/>
                </a:solidFill>
                <a:uFill>
                  <a:solidFill>
                    <a:srgbClr val="79797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300" u="sng" spc="-95" dirty="0">
                <a:solidFill>
                  <a:srgbClr val="797979"/>
                </a:solidFill>
                <a:uFill>
                  <a:solidFill>
                    <a:srgbClr val="797979"/>
                  </a:solidFill>
                </a:uFill>
                <a:latin typeface="Times New Roman"/>
                <a:cs typeface="Times New Roman"/>
              </a:rPr>
              <a:t>Q:8</a:t>
            </a:r>
            <a:r>
              <a:rPr sz="1300" spc="240" dirty="0">
                <a:solidFill>
                  <a:srgbClr val="797979"/>
                </a:solidFill>
                <a:latin typeface="Times New Roman"/>
                <a:cs typeface="Times New Roman"/>
              </a:rPr>
              <a:t> </a:t>
            </a:r>
            <a:r>
              <a:rPr sz="1000" u="sng" spc="-20" dirty="0">
                <a:solidFill>
                  <a:srgbClr val="797979"/>
                </a:solidFill>
                <a:uFill>
                  <a:solidFill>
                    <a:srgbClr val="797979"/>
                  </a:solidFill>
                </a:uFill>
                <a:latin typeface="Times New Roman"/>
                <a:cs typeface="Times New Roman"/>
              </a:rPr>
              <a:t>100%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087714" y="4022374"/>
            <a:ext cx="2953385" cy="198755"/>
            <a:chOff x="12087714" y="4022374"/>
            <a:chExt cx="2953385" cy="198755"/>
          </a:xfrm>
        </p:grpSpPr>
        <p:sp>
          <p:nvSpPr>
            <p:cNvPr id="17" name="object 17"/>
            <p:cNvSpPr/>
            <p:nvPr/>
          </p:nvSpPr>
          <p:spPr>
            <a:xfrm>
              <a:off x="13497803" y="4038747"/>
              <a:ext cx="47625" cy="175260"/>
            </a:xfrm>
            <a:custGeom>
              <a:avLst/>
              <a:gdLst/>
              <a:ahLst/>
              <a:cxnLst/>
              <a:rect l="l" t="t" r="r" b="b"/>
              <a:pathLst>
                <a:path w="47625" h="175260">
                  <a:moveTo>
                    <a:pt x="47192" y="174920"/>
                  </a:moveTo>
                  <a:lnTo>
                    <a:pt x="0" y="174920"/>
                  </a:lnTo>
                  <a:lnTo>
                    <a:pt x="0" y="0"/>
                  </a:lnTo>
                  <a:lnTo>
                    <a:pt x="47192" y="0"/>
                  </a:lnTo>
                  <a:lnTo>
                    <a:pt x="47192" y="17492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091841" y="4173823"/>
              <a:ext cx="1453515" cy="0"/>
            </a:xfrm>
            <a:custGeom>
              <a:avLst/>
              <a:gdLst/>
              <a:ahLst/>
              <a:cxnLst/>
              <a:rect l="l" t="t" r="r" b="b"/>
              <a:pathLst>
                <a:path w="1453515">
                  <a:moveTo>
                    <a:pt x="0" y="0"/>
                  </a:moveTo>
                  <a:lnTo>
                    <a:pt x="1453154" y="0"/>
                  </a:lnTo>
                </a:path>
              </a:pathLst>
            </a:custGeom>
            <a:ln w="7874">
              <a:solidFill>
                <a:srgbClr val="AEAE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580256" y="4173823"/>
              <a:ext cx="639445" cy="0"/>
            </a:xfrm>
            <a:custGeom>
              <a:avLst/>
              <a:gdLst/>
              <a:ahLst/>
              <a:cxnLst/>
              <a:rect l="l" t="t" r="r" b="b"/>
              <a:pathLst>
                <a:path w="639444">
                  <a:moveTo>
                    <a:pt x="0" y="0"/>
                  </a:moveTo>
                  <a:lnTo>
                    <a:pt x="639042" y="0"/>
                  </a:lnTo>
                </a:path>
              </a:pathLst>
            </a:custGeom>
            <a:ln w="7874">
              <a:solidFill>
                <a:srgbClr val="AEAE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219299" y="4022374"/>
              <a:ext cx="821690" cy="198755"/>
            </a:xfrm>
            <a:custGeom>
              <a:avLst/>
              <a:gdLst/>
              <a:ahLst/>
              <a:cxnLst/>
              <a:rect l="l" t="t" r="r" b="b"/>
              <a:pathLst>
                <a:path w="821690" h="198754">
                  <a:moveTo>
                    <a:pt x="821589" y="198754"/>
                  </a:moveTo>
                  <a:lnTo>
                    <a:pt x="0" y="198754"/>
                  </a:lnTo>
                  <a:lnTo>
                    <a:pt x="0" y="0"/>
                  </a:lnTo>
                  <a:lnTo>
                    <a:pt x="821589" y="0"/>
                  </a:lnTo>
                  <a:lnTo>
                    <a:pt x="821589" y="19875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2079146" y="4015438"/>
            <a:ext cx="284289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63470" algn="l"/>
                <a:tab pos="2547620" algn="l"/>
                <a:tab pos="2757170" algn="l"/>
              </a:tabLst>
            </a:pPr>
            <a:r>
              <a:rPr sz="1000" spc="-20" dirty="0">
                <a:solidFill>
                  <a:srgbClr val="3A383A"/>
                </a:solidFill>
                <a:latin typeface="Times New Roman"/>
                <a:cs typeface="Times New Roman"/>
              </a:rPr>
              <a:t>'WIN</a:t>
            </a:r>
            <a:r>
              <a:rPr sz="1000" spc="-20" dirty="0">
                <a:solidFill>
                  <a:srgbClr val="666767"/>
                </a:solidFill>
                <a:latin typeface="Times New Roman"/>
                <a:cs typeface="Times New Roman"/>
              </a:rPr>
              <a:t>OOWS7::-</a:t>
            </a:r>
            <a:r>
              <a:rPr sz="1000" spc="-10" dirty="0">
                <a:solidFill>
                  <a:srgbClr val="666767"/>
                </a:solidFill>
                <a:latin typeface="Times New Roman"/>
                <a:cs typeface="Times New Roman"/>
              </a:rPr>
              <a:t>Pc.Adv-rks </a:t>
            </a:r>
            <a:r>
              <a:rPr sz="1000" dirty="0">
                <a:solidFill>
                  <a:srgbClr val="AEAEAE"/>
                </a:solidFill>
                <a:latin typeface="Times New Roman"/>
                <a:cs typeface="Times New Roman"/>
              </a:rPr>
              <a:t>•</a:t>
            </a:r>
            <a:r>
              <a:rPr sz="1000" spc="100" dirty="0">
                <a:solidFill>
                  <a:srgbClr val="AEAEAE"/>
                </a:solidFill>
                <a:latin typeface="Times New Roman"/>
                <a:cs typeface="Times New Roman"/>
              </a:rPr>
              <a:t> </a:t>
            </a:r>
            <a:r>
              <a:rPr sz="1150" spc="-55" dirty="0">
                <a:solidFill>
                  <a:srgbClr val="4F4F4F"/>
                </a:solidFill>
                <a:latin typeface="Arial"/>
                <a:cs typeface="Arial"/>
              </a:rPr>
              <a:t>Diitg</a:t>
            </a:r>
            <a:r>
              <a:rPr sz="1150" spc="-55" dirty="0">
                <a:solidFill>
                  <a:srgbClr val="28282A"/>
                </a:solidFill>
                <a:latin typeface="Arial"/>
                <a:cs typeface="Arial"/>
              </a:rPr>
              <a:t>r</a:t>
            </a:r>
            <a:r>
              <a:rPr sz="1150" spc="10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150" spc="-20" dirty="0">
                <a:solidFill>
                  <a:srgbClr val="28282A"/>
                </a:solidFill>
                <a:latin typeface="Arial"/>
                <a:cs typeface="Arial"/>
              </a:rPr>
              <a:t>m</a:t>
            </a:r>
            <a:r>
              <a:rPr sz="1150" spc="-20" dirty="0">
                <a:solidFill>
                  <a:srgbClr val="4F4F4F"/>
                </a:solidFill>
                <a:latin typeface="Arial"/>
                <a:cs typeface="Arial"/>
              </a:rPr>
              <a:t>J&gt;"</a:t>
            </a:r>
            <a:r>
              <a:rPr sz="1150" spc="-20" dirty="0">
                <a:solidFill>
                  <a:srgbClr val="AEAEAE"/>
                </a:solidFill>
                <a:latin typeface="Arial"/>
                <a:cs typeface="Arial"/>
              </a:rPr>
              <a:t>L</a:t>
            </a:r>
            <a:r>
              <a:rPr sz="1150" dirty="0">
                <a:solidFill>
                  <a:srgbClr val="AEAEAE"/>
                </a:solidFill>
                <a:latin typeface="Arial"/>
                <a:cs typeface="Arial"/>
              </a:rPr>
              <a:t>	</a:t>
            </a:r>
            <a:r>
              <a:rPr sz="1150" u="sng" dirty="0">
                <a:solidFill>
                  <a:srgbClr val="AEAEAE"/>
                </a:solidFill>
                <a:uFill>
                  <a:solidFill>
                    <a:srgbClr val="ADADAD"/>
                  </a:solidFill>
                </a:uFill>
                <a:latin typeface="Arial"/>
                <a:cs typeface="Arial"/>
              </a:rPr>
              <a:t>	</a:t>
            </a:r>
            <a:r>
              <a:rPr sz="1150" dirty="0">
                <a:solidFill>
                  <a:srgbClr val="AEAEAE"/>
                </a:solidFill>
                <a:latin typeface="Arial"/>
                <a:cs typeface="Arial"/>
              </a:rPr>
              <a:t>	</a:t>
            </a:r>
            <a:r>
              <a:rPr sz="1150" spc="-50" dirty="0">
                <a:solidFill>
                  <a:srgbClr val="AEAEAE"/>
                </a:solidFill>
                <a:latin typeface="Arial"/>
                <a:cs typeface="Arial"/>
              </a:rPr>
              <a:t>_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2219971" y="4301780"/>
            <a:ext cx="1657985" cy="204470"/>
            <a:chOff x="12219971" y="4301780"/>
            <a:chExt cx="1657985" cy="204470"/>
          </a:xfrm>
        </p:grpSpPr>
        <p:sp>
          <p:nvSpPr>
            <p:cNvPr id="23" name="object 23"/>
            <p:cNvSpPr/>
            <p:nvPr/>
          </p:nvSpPr>
          <p:spPr>
            <a:xfrm>
              <a:off x="13614250" y="4301780"/>
              <a:ext cx="259715" cy="204470"/>
            </a:xfrm>
            <a:custGeom>
              <a:avLst/>
              <a:gdLst/>
              <a:ahLst/>
              <a:cxnLst/>
              <a:rect l="l" t="t" r="r" b="b"/>
              <a:pathLst>
                <a:path w="259715" h="204470">
                  <a:moveTo>
                    <a:pt x="259559" y="204126"/>
                  </a:moveTo>
                  <a:lnTo>
                    <a:pt x="0" y="204126"/>
                  </a:lnTo>
                  <a:lnTo>
                    <a:pt x="0" y="0"/>
                  </a:lnTo>
                  <a:lnTo>
                    <a:pt x="259559" y="0"/>
                  </a:lnTo>
                  <a:lnTo>
                    <a:pt x="259559" y="20412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224098" y="4457322"/>
              <a:ext cx="1649730" cy="0"/>
            </a:xfrm>
            <a:custGeom>
              <a:avLst/>
              <a:gdLst/>
              <a:ahLst/>
              <a:cxnLst/>
              <a:rect l="l" t="t" r="r" b="b"/>
              <a:pathLst>
                <a:path w="1649730">
                  <a:moveTo>
                    <a:pt x="0" y="0"/>
                  </a:moveTo>
                  <a:lnTo>
                    <a:pt x="1649711" y="0"/>
                  </a:lnTo>
                </a:path>
              </a:pathLst>
            </a:custGeom>
            <a:ln w="7874">
              <a:solidFill>
                <a:srgbClr val="AEAEA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050869" y="4325437"/>
            <a:ext cx="158115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150" b="1" spc="15" dirty="0">
                <a:solidFill>
                  <a:srgbClr val="28282A"/>
                </a:solidFill>
                <a:latin typeface="Arial"/>
                <a:cs typeface="Arial"/>
              </a:rPr>
              <a:t>C</a:t>
            </a:r>
            <a:endParaRPr sz="1150">
              <a:latin typeface="Arial"/>
              <a:cs typeface="Arial"/>
            </a:endParaRPr>
          </a:p>
          <a:p>
            <a:pPr marL="71120">
              <a:lnSpc>
                <a:spcPts val="1440"/>
              </a:lnSpc>
            </a:pPr>
            <a:r>
              <a:rPr sz="1200" spc="-180" dirty="0">
                <a:solidFill>
                  <a:srgbClr val="838062"/>
                </a:solidFill>
                <a:latin typeface="Times New Roman"/>
                <a:cs typeface="Times New Roman"/>
              </a:rPr>
              <a:t>'1/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035328" y="4388181"/>
            <a:ext cx="189230" cy="477520"/>
          </a:xfrm>
          <a:custGeom>
            <a:avLst/>
            <a:gdLst/>
            <a:ahLst/>
            <a:cxnLst/>
            <a:rect l="l" t="t" r="r" b="b"/>
            <a:pathLst>
              <a:path w="189229" h="477520">
                <a:moveTo>
                  <a:pt x="188770" y="477055"/>
                </a:moveTo>
                <a:lnTo>
                  <a:pt x="0" y="477055"/>
                </a:lnTo>
                <a:lnTo>
                  <a:pt x="0" y="0"/>
                </a:lnTo>
                <a:lnTo>
                  <a:pt x="188770" y="0"/>
                </a:lnTo>
                <a:lnTo>
                  <a:pt x="188770" y="477055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2022635" y="4389499"/>
            <a:ext cx="139065" cy="450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00" spc="-45" dirty="0">
                <a:solidFill>
                  <a:srgbClr val="AEAEAE"/>
                </a:solidFill>
                <a:latin typeface="Times New Roman"/>
                <a:cs typeface="Times New Roman"/>
              </a:rPr>
              <a:t>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5112804" y="4433518"/>
            <a:ext cx="180975" cy="408305"/>
          </a:xfrm>
          <a:custGeom>
            <a:avLst/>
            <a:gdLst/>
            <a:ahLst/>
            <a:cxnLst/>
            <a:rect l="l" t="t" r="r" b="b"/>
            <a:pathLst>
              <a:path w="180975" h="408304">
                <a:moveTo>
                  <a:pt x="180904" y="408147"/>
                </a:moveTo>
                <a:lnTo>
                  <a:pt x="0" y="408147"/>
                </a:lnTo>
                <a:lnTo>
                  <a:pt x="0" y="0"/>
                </a:lnTo>
                <a:lnTo>
                  <a:pt x="180904" y="0"/>
                </a:lnTo>
                <a:lnTo>
                  <a:pt x="180904" y="408147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5100117" y="4432812"/>
            <a:ext cx="12255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spc="-25" dirty="0">
                <a:solidFill>
                  <a:srgbClr val="AEAEAE"/>
                </a:solidFill>
                <a:latin typeface="Times New Roman"/>
                <a:cs typeface="Times New Roman"/>
              </a:rPr>
              <a:t>-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5708185" y="4846023"/>
            <a:ext cx="55244" cy="223520"/>
          </a:xfrm>
          <a:custGeom>
            <a:avLst/>
            <a:gdLst/>
            <a:ahLst/>
            <a:cxnLst/>
            <a:rect l="l" t="t" r="r" b="b"/>
            <a:pathLst>
              <a:path w="55244" h="223520">
                <a:moveTo>
                  <a:pt x="55058" y="223316"/>
                </a:moveTo>
                <a:lnTo>
                  <a:pt x="0" y="223316"/>
                </a:lnTo>
                <a:lnTo>
                  <a:pt x="0" y="0"/>
                </a:lnTo>
                <a:lnTo>
                  <a:pt x="55058" y="0"/>
                </a:lnTo>
                <a:lnTo>
                  <a:pt x="55058" y="223316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205855" y="4881369"/>
            <a:ext cx="409575" cy="175260"/>
          </a:xfrm>
          <a:custGeom>
            <a:avLst/>
            <a:gdLst/>
            <a:ahLst/>
            <a:cxnLst/>
            <a:rect l="l" t="t" r="r" b="b"/>
            <a:pathLst>
              <a:path w="409575" h="175260">
                <a:moveTo>
                  <a:pt x="409002" y="174920"/>
                </a:moveTo>
                <a:lnTo>
                  <a:pt x="0" y="174920"/>
                </a:lnTo>
                <a:lnTo>
                  <a:pt x="0" y="0"/>
                </a:lnTo>
                <a:lnTo>
                  <a:pt x="409002" y="0"/>
                </a:lnTo>
                <a:lnTo>
                  <a:pt x="409002" y="17492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138751" y="5276467"/>
            <a:ext cx="173355" cy="274320"/>
          </a:xfrm>
          <a:custGeom>
            <a:avLst/>
            <a:gdLst/>
            <a:ahLst/>
            <a:cxnLst/>
            <a:rect l="l" t="t" r="r" b="b"/>
            <a:pathLst>
              <a:path w="173355" h="274320">
                <a:moveTo>
                  <a:pt x="173039" y="273809"/>
                </a:moveTo>
                <a:lnTo>
                  <a:pt x="0" y="273809"/>
                </a:lnTo>
                <a:lnTo>
                  <a:pt x="0" y="0"/>
                </a:lnTo>
                <a:lnTo>
                  <a:pt x="173039" y="0"/>
                </a:lnTo>
                <a:lnTo>
                  <a:pt x="173039" y="273809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5364054" y="5484122"/>
            <a:ext cx="154305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25" dirty="0">
                <a:solidFill>
                  <a:srgbClr val="797979"/>
                </a:solidFill>
                <a:latin typeface="Arial"/>
                <a:cs typeface="Arial"/>
              </a:rPr>
              <a:t>La</a:t>
            </a:r>
            <a:endParaRPr sz="8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586502" y="5523497"/>
            <a:ext cx="194945" cy="2146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spc="-160" dirty="0">
                <a:solidFill>
                  <a:srgbClr val="797979"/>
                </a:solidFill>
                <a:latin typeface="Times New Roman"/>
                <a:cs typeface="Times New Roman"/>
              </a:rPr>
              <a:t>o-</a:t>
            </a:r>
            <a:r>
              <a:rPr sz="1250" b="1" spc="-85" dirty="0">
                <a:solidFill>
                  <a:srgbClr val="797979"/>
                </a:solidFill>
                <a:latin typeface="Times New Roman"/>
                <a:cs typeface="Times New Roman"/>
              </a:rPr>
              <a:t>,s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5982280" y="5735338"/>
            <a:ext cx="15875" cy="191135"/>
          </a:xfrm>
          <a:custGeom>
            <a:avLst/>
            <a:gdLst/>
            <a:ahLst/>
            <a:cxnLst/>
            <a:rect l="l" t="t" r="r" b="b"/>
            <a:pathLst>
              <a:path w="15875" h="191135">
                <a:moveTo>
                  <a:pt x="15730" y="190822"/>
                </a:moveTo>
                <a:lnTo>
                  <a:pt x="0" y="190822"/>
                </a:lnTo>
                <a:lnTo>
                  <a:pt x="0" y="0"/>
                </a:lnTo>
                <a:lnTo>
                  <a:pt x="15730" y="0"/>
                </a:lnTo>
                <a:lnTo>
                  <a:pt x="15730" y="190822"/>
                </a:lnTo>
                <a:close/>
              </a:path>
            </a:pathLst>
          </a:custGeom>
          <a:solidFill>
            <a:srgbClr val="C1D6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131952" y="6160132"/>
            <a:ext cx="85725" cy="0"/>
          </a:xfrm>
          <a:custGeom>
            <a:avLst/>
            <a:gdLst/>
            <a:ahLst/>
            <a:cxnLst/>
            <a:rect l="l" t="t" r="r" b="b"/>
            <a:pathLst>
              <a:path w="85725">
                <a:moveTo>
                  <a:pt x="0" y="0"/>
                </a:moveTo>
                <a:lnTo>
                  <a:pt x="85654" y="0"/>
                </a:lnTo>
              </a:path>
            </a:pathLst>
          </a:custGeom>
          <a:ln w="5191">
            <a:solidFill>
              <a:srgbClr val="5C71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6328454" y="6259491"/>
            <a:ext cx="464184" cy="175260"/>
          </a:xfrm>
          <a:custGeom>
            <a:avLst/>
            <a:gdLst/>
            <a:ahLst/>
            <a:cxnLst/>
            <a:rect l="l" t="t" r="r" b="b"/>
            <a:pathLst>
              <a:path w="464184" h="175260">
                <a:moveTo>
                  <a:pt x="464060" y="174920"/>
                </a:moveTo>
                <a:lnTo>
                  <a:pt x="0" y="174920"/>
                </a:lnTo>
                <a:lnTo>
                  <a:pt x="0" y="0"/>
                </a:lnTo>
                <a:lnTo>
                  <a:pt x="464060" y="0"/>
                </a:lnTo>
                <a:lnTo>
                  <a:pt x="464060" y="17492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5898049" y="5101869"/>
            <a:ext cx="756285" cy="175260"/>
          </a:xfrm>
          <a:custGeom>
            <a:avLst/>
            <a:gdLst/>
            <a:ahLst/>
            <a:cxnLst/>
            <a:rect l="l" t="t" r="r" b="b"/>
            <a:pathLst>
              <a:path w="756284" h="175260">
                <a:moveTo>
                  <a:pt x="756131" y="174920"/>
                </a:moveTo>
                <a:lnTo>
                  <a:pt x="0" y="174920"/>
                </a:lnTo>
                <a:lnTo>
                  <a:pt x="0" y="0"/>
                </a:lnTo>
                <a:lnTo>
                  <a:pt x="756131" y="0"/>
                </a:lnTo>
                <a:lnTo>
                  <a:pt x="756131" y="17492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5323218" y="6496057"/>
            <a:ext cx="8318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105" dirty="0">
                <a:solidFill>
                  <a:srgbClr val="666767"/>
                </a:solidFill>
                <a:latin typeface="Times New Roman"/>
                <a:cs typeface="Times New Roman"/>
              </a:rPr>
              <a:t>P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5362947" y="7189055"/>
            <a:ext cx="17653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45" dirty="0">
                <a:solidFill>
                  <a:srgbClr val="666767"/>
                </a:solidFill>
                <a:latin typeface="Arial"/>
                <a:cs typeface="Arial"/>
              </a:rPr>
              <a:t>Mo</a:t>
            </a:r>
            <a:endParaRPr sz="9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5112804" y="7158262"/>
            <a:ext cx="180975" cy="408305"/>
          </a:xfrm>
          <a:prstGeom prst="rect">
            <a:avLst/>
          </a:prstGeom>
          <a:solidFill>
            <a:srgbClr val="EBEBEB"/>
          </a:solidFill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2350" spc="-25" dirty="0">
                <a:solidFill>
                  <a:srgbClr val="AEAEAE"/>
                </a:solidFill>
                <a:latin typeface="Times New Roman"/>
                <a:cs typeface="Times New Roman"/>
              </a:rPr>
              <a:t>-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654AE80-2C25-E291-5FAF-226179162633}"/>
              </a:ext>
            </a:extLst>
          </p:cNvPr>
          <p:cNvSpPr/>
          <p:nvPr/>
        </p:nvSpPr>
        <p:spPr>
          <a:xfrm>
            <a:off x="10577724" y="2952318"/>
            <a:ext cx="9526375" cy="7045757"/>
          </a:xfrm>
          <a:prstGeom prst="roundRect">
            <a:avLst>
              <a:gd name="adj" fmla="val 4293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4000572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0" y="4000572"/>
            <a:ext cx="20186650" cy="7308777"/>
          </a:xfrm>
          <a:custGeom>
            <a:avLst/>
            <a:gdLst/>
            <a:ahLst/>
            <a:cxnLst/>
            <a:rect l="l" t="t" r="r" b="b"/>
            <a:pathLst>
              <a:path w="39369" h="537210">
                <a:moveTo>
                  <a:pt x="39327" y="537175"/>
                </a:moveTo>
                <a:lnTo>
                  <a:pt x="0" y="537175"/>
                </a:lnTo>
                <a:lnTo>
                  <a:pt x="0" y="0"/>
                </a:lnTo>
                <a:lnTo>
                  <a:pt x="39327" y="0"/>
                </a:lnTo>
                <a:lnTo>
                  <a:pt x="39327" y="537175"/>
                </a:lnTo>
                <a:close/>
              </a:path>
            </a:pathLst>
          </a:custGeom>
          <a:solidFill>
            <a:srgbClr val="1A1B17"/>
          </a:solidFill>
          <a:ln>
            <a:noFill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8822442-C466-27BC-65E2-6BF75B9F0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4435475"/>
            <a:ext cx="14035479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448882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-9894" y="4488821"/>
            <a:ext cx="20113994" cy="514772"/>
          </a:xfrm>
          <a:prstGeom prst="rect">
            <a:avLst/>
          </a:prstGeom>
          <a:solidFill>
            <a:srgbClr val="181818"/>
          </a:solidFill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endParaRPr sz="2950" dirty="0">
              <a:latin typeface="Courier New"/>
              <a:cs typeface="Courier New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8438764A-8B7A-B52D-A6CB-6BFEA0FD910E}"/>
              </a:ext>
            </a:extLst>
          </p:cNvPr>
          <p:cNvSpPr txBox="1"/>
          <p:nvPr/>
        </p:nvSpPr>
        <p:spPr>
          <a:xfrm>
            <a:off x="-9894" y="5003594"/>
            <a:ext cx="20113994" cy="6305758"/>
          </a:xfrm>
          <a:prstGeom prst="rect">
            <a:avLst/>
          </a:prstGeom>
          <a:solidFill>
            <a:srgbClr val="181818"/>
          </a:solidFill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endParaRPr sz="2950" dirty="0">
              <a:latin typeface="Courier New"/>
              <a:cs typeface="Courier New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CBE3A6-1E84-14D2-CCB6-B1A423823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49" y="5273675"/>
            <a:ext cx="1683547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63</Words>
  <Application>Microsoft Office PowerPoint</Application>
  <PresentationFormat>Custom</PresentationFormat>
  <Paragraphs>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Konstantin</dc:creator>
  <cp:lastModifiedBy>Nikola Atanas</cp:lastModifiedBy>
  <cp:revision>4</cp:revision>
  <dcterms:created xsi:type="dcterms:W3CDTF">2026-05-11T13:56:59Z</dcterms:created>
  <dcterms:modified xsi:type="dcterms:W3CDTF">2026-05-21T14:55:50Z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2026-05-11T00:00:00Z</vt:filetime>
  </property>
  <property fmtid="{D5CDD505-2E9C-101B-9397-08002B2CF9AE}" pid="3" name="LastSaved">
    <vt:filetime>2026-05-11T00:00:00Z</vt:filetime>
  </property>
</Properties>
</file>